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5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0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6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9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2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0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7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0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3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B28D6-195D-4555-835D-1A30C8E074C2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27750-17A4-414D-8E62-86FE2A1BB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3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: AI Powered </a:t>
            </a:r>
            <a:r>
              <a:rPr lang="en-US" dirty="0" smtClean="0"/>
              <a:t>Supply Chain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Use Case:</a:t>
            </a:r>
          </a:p>
          <a:p>
            <a:pPr marL="0" indent="0">
              <a:buNone/>
            </a:pPr>
            <a:r>
              <a:rPr lang="en-US" dirty="0"/>
              <a:t>C</a:t>
            </a:r>
            <a:r>
              <a:rPr lang="en-US" dirty="0" smtClean="0"/>
              <a:t>ompany </a:t>
            </a:r>
            <a:r>
              <a:rPr lang="en-US" dirty="0"/>
              <a:t>wants to manage its suppliers, inventory, logistics, and customer deliveries in one platform. They want AI assistance for forecasting demand, detecting shipment delays, </a:t>
            </a:r>
            <a:r>
              <a:rPr lang="en-US" dirty="0" smtClean="0"/>
              <a:t>and suggesting </a:t>
            </a:r>
            <a:r>
              <a:rPr lang="en-US" dirty="0"/>
              <a:t>optimization </a:t>
            </a:r>
            <a:r>
              <a:rPr lang="en-US" dirty="0" smtClean="0"/>
              <a:t>strategies</a:t>
            </a:r>
          </a:p>
          <a:p>
            <a:pPr marL="0" indent="0">
              <a:buNone/>
            </a:pPr>
            <a:r>
              <a:rPr lang="en-US" dirty="0" smtClean="0"/>
              <a:t>Feasibility: Moderate Technical Feasibility</a:t>
            </a:r>
          </a:p>
          <a:p>
            <a:pPr marL="0" indent="0">
              <a:buNone/>
            </a:pPr>
            <a:r>
              <a:rPr lang="en-US" dirty="0" smtClean="0"/>
              <a:t>Cost effective, might increase with </a:t>
            </a:r>
            <a:r>
              <a:rPr lang="en-US" smtClean="0"/>
              <a:t>LLM usage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19391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1257"/>
            <a:ext cx="10515600" cy="6209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Supplier &amp; Product Management</a:t>
            </a:r>
          </a:p>
          <a:p>
            <a:r>
              <a:rPr lang="en-US" sz="2400" dirty="0"/>
              <a:t>Add/edit suppliers.</a:t>
            </a:r>
          </a:p>
          <a:p>
            <a:r>
              <a:rPr lang="en-US" sz="2400" dirty="0"/>
              <a:t>Add/edit products, track stock in multiple warehouses.</a:t>
            </a:r>
          </a:p>
          <a:p>
            <a:r>
              <a:rPr lang="en-US" sz="2400" dirty="0"/>
              <a:t>Record purchase orders.</a:t>
            </a:r>
          </a:p>
          <a:p>
            <a:pPr marL="0" indent="0">
              <a:buNone/>
            </a:pPr>
            <a:r>
              <a:rPr lang="en-US" sz="2400" b="1" dirty="0"/>
              <a:t>Inventory Tracking</a:t>
            </a:r>
          </a:p>
          <a:p>
            <a:r>
              <a:rPr lang="en-US" sz="2400" dirty="0"/>
              <a:t>Show real-time stock levels.</a:t>
            </a:r>
          </a:p>
          <a:p>
            <a:r>
              <a:rPr lang="en-US" sz="2400" dirty="0"/>
              <a:t>Highlight low-stock alerts.</a:t>
            </a:r>
          </a:p>
          <a:p>
            <a:r>
              <a:rPr lang="en-US" sz="2400" dirty="0"/>
              <a:t>Predict inventory needs using AI</a:t>
            </a:r>
          </a:p>
          <a:p>
            <a:pPr marL="0" indent="0">
              <a:buNone/>
            </a:pPr>
            <a:r>
              <a:rPr lang="en-US" sz="2400" b="1" dirty="0"/>
              <a:t>Shipment &amp; Logistics</a:t>
            </a:r>
          </a:p>
          <a:p>
            <a:r>
              <a:rPr lang="en-US" sz="2400" dirty="0"/>
              <a:t>Schedule shipments to warehouses/customers.</a:t>
            </a:r>
          </a:p>
          <a:p>
            <a:r>
              <a:rPr lang="en-US" sz="2400" dirty="0"/>
              <a:t>Track shipment status.</a:t>
            </a:r>
          </a:p>
          <a:p>
            <a:r>
              <a:rPr lang="en-US" sz="2400" dirty="0"/>
              <a:t>Detect delays using AI predictions based on historical data &amp; external factors.</a:t>
            </a:r>
          </a:p>
        </p:txBody>
      </p:sp>
    </p:spTree>
    <p:extLst>
      <p:ext uri="{BB962C8B-B14F-4D97-AF65-F5344CB8AC3E}">
        <p14:creationId xmlns:p14="http://schemas.microsoft.com/office/powerpoint/2010/main" val="89603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7646"/>
            <a:ext cx="10515600" cy="5419317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AI</a:t>
            </a:r>
          </a:p>
          <a:p>
            <a:pPr marL="0" indent="0">
              <a:buNone/>
            </a:pPr>
            <a:r>
              <a:rPr lang="en-US" sz="2400" dirty="0"/>
              <a:t>Suggest reorder </a:t>
            </a:r>
            <a:r>
              <a:rPr lang="en-US" sz="2400" dirty="0" smtClean="0"/>
              <a:t>quantities, </a:t>
            </a:r>
            <a:r>
              <a:rPr lang="en-US" sz="2400" dirty="0"/>
              <a:t>optimal warehouse allocation or delivery routes.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Forecast product demand per region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Answer queries like:</a:t>
            </a:r>
          </a:p>
          <a:p>
            <a:r>
              <a:rPr lang="en-US" sz="2400" dirty="0"/>
              <a:t>“Which products are likely to stock out next week?”</a:t>
            </a:r>
          </a:p>
          <a:p>
            <a:r>
              <a:rPr lang="en-US" sz="2400" dirty="0"/>
              <a:t>“Which suppliers are causing delays?”</a:t>
            </a:r>
          </a:p>
          <a:p>
            <a:pPr marL="0" indent="0">
              <a:buNone/>
            </a:pPr>
            <a:r>
              <a:rPr lang="en-US" b="1" dirty="0"/>
              <a:t>Notifications &amp; </a:t>
            </a:r>
            <a:r>
              <a:rPr lang="en-US" b="1" dirty="0" smtClean="0"/>
              <a:t>Alerts</a:t>
            </a:r>
          </a:p>
          <a:p>
            <a:pPr marL="0" indent="0">
              <a:buNone/>
            </a:pPr>
            <a:r>
              <a:rPr lang="en-US" sz="2400" dirty="0" smtClean="0"/>
              <a:t>Low </a:t>
            </a:r>
            <a:r>
              <a:rPr lang="en-US" sz="2400" dirty="0"/>
              <a:t>stock alerts to admins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dirty="0"/>
              <a:t>Delivery delays notifications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smtClean="0"/>
              <a:t>Auto Notifications </a:t>
            </a:r>
            <a:r>
              <a:rPr lang="en-US" sz="2400" dirty="0" smtClean="0"/>
              <a:t>for </a:t>
            </a:r>
            <a:r>
              <a:rPr lang="en-US" sz="2400" dirty="0" err="1"/>
              <a:t>for</a:t>
            </a:r>
            <a:r>
              <a:rPr lang="en-US" sz="2400" dirty="0"/>
              <a:t> purchase orders.</a:t>
            </a:r>
          </a:p>
        </p:txBody>
      </p:sp>
    </p:spTree>
    <p:extLst>
      <p:ext uri="{BB962C8B-B14F-4D97-AF65-F5344CB8AC3E}">
        <p14:creationId xmlns:p14="http://schemas.microsoft.com/office/powerpoint/2010/main" val="209747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Idea : AI Powered Supply Chain Website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: AI Powered Supply Chain Website</dc:title>
  <dc:creator>admin</dc:creator>
  <cp:lastModifiedBy>admin</cp:lastModifiedBy>
  <cp:revision>1</cp:revision>
  <dcterms:created xsi:type="dcterms:W3CDTF">2025-12-30T11:15:14Z</dcterms:created>
  <dcterms:modified xsi:type="dcterms:W3CDTF">2025-12-30T11:15:37Z</dcterms:modified>
</cp:coreProperties>
</file>